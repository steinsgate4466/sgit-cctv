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Presentarse: técnico de mantenimiento CCTV y redes en Laminación. Este sistema nació de lo que se ve en planta todos los días.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con estas cuatro preguntas. No presentar módulos todavía. Dejar que la sala note que no las sabe contestar.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Insistir: no es que se trabaje poco. Es que el trabajo no deja rastro reutilizable.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Producción pide, Mantenimiento decide, TI valida. El permiso no se hereda del navegador: se relee de la base en cada operación.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preguntan por qué no hay un modulo de preventivo separado: ISO 14224. Preventivo y correctivo son clases del mismo evento de mantenimiento.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capa 3 son los Fortinet del anillo. Los capa 2 son los TP-Link que reparten PoE en tableros y gabinetes pequeños. No es teoría: cambia a qué va el técnico.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sistema valida el código al escribirlo y avisa si el rotulo no cuadra con el arbol de planta. No lo corrige solo: puede que el equipo se haya movido y el rotulo este bien.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argumento tecnico mas fuerte con TI: un tramo fuera de norma explica fallas intermitentes que se llevan meses de diagnostico.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números son los que están en el sistema ahora mismo. Si preguntan, se abre la pantalla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Invitar a la sala a sacar el teléfono y escanear ahora. Es el momento que convierte la presentación en demostración.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IMPORTANTE: escribir aquí el usuario y la clave de la cuenta de invitado ANTES de presentar. No usar la de administrador.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está el argumento de control interno. Lo que se declara queda con nombre, fecha y responsable.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diferenciador frente a cualquier inventario en Excel. Un Excel no sabe distinguir lleno de no se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lenguaje del ingeniero de mantenimiento: con esto se justifica presupuesto y se defiende el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este bloque con: esto no reemplaza al técnico, lo respalda.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Dejar claro que no se pide un cheque en blanco: se pide decidir qué se aprueba y qué 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 pregunta del inicio. Después: hay trabajo por hacer y propuestas sobre la mesa. Pedir seguir liderando 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1F3157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F3157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566928"/>
            <a:ext cx="457200" cy="457200"/>
          </a:xfrm>
          <a:prstGeom prst="ellipse">
            <a:avLst/>
          </a:prstGeom>
          <a:solidFill>
            <a:srgbClr val="C012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669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ACEROS AREQUIPA  ·  PLANTA PISCO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20240"/>
            <a:ext cx="8595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SGIT-CCTV</a:t>
            </a:r>
            <a:endParaRPr lang="en-US" sz="6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632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9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Infraestructura Tecnológica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61188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Videovigilancia y redes industriales · Trenes 1, 2 y 3 de Laminación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475488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1F3157"/>
          </a:solidFill>
          <a:ln w="12700">
            <a:solidFill>
              <a:srgbClr val="3145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48920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Cristhian Rondón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8E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CCTV y redes industriales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5074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preguntas que hoy nadie puede contestar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481328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F3157"/>
          </a:solidFill>
          <a:ln w="12700">
            <a:solidFill>
              <a:srgbClr val="3145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00784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C6E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16276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proponemos cámaras con inteligencia artificial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sabemos qué modelos tenemos instalados en planta?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2596896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F3157"/>
          </a:solidFill>
          <a:ln w="12700">
            <a:solidFill>
              <a:srgbClr val="3145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1635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C6E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743200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¿Debemos reinvertir en mejor hardware?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¿Con qué evidencia se sustenta esa compra?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" y="3712464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F3157"/>
          </a:solidFill>
          <a:ln w="12700">
            <a:solidFill>
              <a:srgbClr val="3145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93192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C6E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858768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¿Las instalaciones actuales son las adecuadas?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puertos, PoE y corriente para lo que se quiere instalar?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4828032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C0121F"/>
          </a:solidFill>
          <a:ln w="12700">
            <a:solidFill>
              <a:srgbClr val="C012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04748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C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4974336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nos proporciona esa información?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F3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Hoy: la memoria de cada persona. Eso no es trazabilidad.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no es la falta de trabajo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falta de información fehaciente sobre lo que ya existe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7F8FB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148840"/>
            <a:ext cx="384048" cy="384048"/>
          </a:xfrm>
          <a:prstGeom prst="ellipse">
            <a:avLst/>
          </a:prstGeom>
          <a:solidFill>
            <a:srgbClr val="C0121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86968" y="219456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35608" y="2121408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vive en la memoria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técnico recuerda su parte. Quien se va, se la lleva.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236208" y="182880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7F8FB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56248" y="2148840"/>
            <a:ext cx="384048" cy="384048"/>
          </a:xfrm>
          <a:prstGeom prst="ellipse">
            <a:avLst/>
          </a:prstGeom>
          <a:solidFill>
            <a:srgbClr val="C0121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56248" y="219456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04888" y="2121408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sabe qué se pierde al caer un equipo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cámaras reportadas pueden ser una sola causa.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66928" y="388620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7F8FB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86968" y="4206240"/>
            <a:ext cx="384048" cy="384048"/>
          </a:xfrm>
          <a:prstGeom prst="ellipse">
            <a:avLst/>
          </a:prstGeom>
          <a:solidFill>
            <a:srgbClr val="C0121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86968" y="425196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35608" y="4178808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 decidir una compra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inventario no hay cómo sustentar una reinversión.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236208" y="388620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7F8FB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56248" y="4206240"/>
            <a:ext cx="384048" cy="384048"/>
          </a:xfrm>
          <a:prstGeom prst="ellipse">
            <a:avLst/>
          </a:prstGeom>
          <a:solidFill>
            <a:srgbClr val="C0121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56248" y="425196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104888" y="4178808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técnico va a campo a medias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saber si le espera una configuración o un reemplazo.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336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SGIT-CCTV  ·  Aceros Arequipa — Planta Pisco  ·  Laminación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0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sistema, tres áreas, una sola verdad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una ve lo suyo — y lo que ve, lo puede sustentar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78308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2E5496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2331720"/>
            <a:ext cx="3520440" cy="32004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9019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40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están los problemas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852928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 las cámaras todos los días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 qué zona vital quedó ciega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Siguen el avance de lo que pidieron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Miran y avisan: no ejecutan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34256" y="178308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34256" y="178308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C0121F"/>
          </a:solidFill>
          <a:ln/>
        </p:spPr>
      </p:sp>
      <p:sp>
        <p:nvSpPr>
          <p:cNvPr id="12" name="Shape 10"/>
          <p:cNvSpPr/>
          <p:nvPr/>
        </p:nvSpPr>
        <p:spPr>
          <a:xfrm>
            <a:off x="4334256" y="2331720"/>
            <a:ext cx="3520440" cy="320040"/>
          </a:xfrm>
          <a:prstGeom prst="rect">
            <a:avLst/>
          </a:prstGeom>
          <a:solidFill>
            <a:srgbClr val="C012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90288" y="19019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90288" y="2240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se decide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608576" y="2852928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Órdenes automáticas y trazabilidad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a campo con la información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 si una instalación cabe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Sustentan la compra con datos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01584" y="178308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01584" y="178308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16233B"/>
          </a:solidFill>
          <a:ln/>
        </p:spPr>
      </p:sp>
      <p:sp>
        <p:nvSpPr>
          <p:cNvPr id="18" name="Shape 16"/>
          <p:cNvSpPr/>
          <p:nvPr/>
        </p:nvSpPr>
        <p:spPr>
          <a:xfrm>
            <a:off x="8101584" y="2331720"/>
            <a:ext cx="3520440" cy="320040"/>
          </a:xfrm>
          <a:prstGeom prst="rect">
            <a:avLst/>
          </a:prstGeom>
          <a:solidFill>
            <a:srgbClr val="16233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57616" y="19019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357616" y="2240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se valida la red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375904" y="2852928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Verifican capa 1, capa 2 y capa 3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cuelga de qué equipo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IP está en uso y cuál libre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switch segmenta y cuál no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336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SGIT-CCTV  ·  Aceros Arequipa — Planta Pisco  ·  Laminación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0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 qué está construido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criterio propio: son las normas que rigen la gestión de activos y de servicio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20824"/>
            <a:ext cx="1572768" cy="347472"/>
          </a:xfrm>
          <a:prstGeom prst="roundRect">
            <a:avLst>
              <a:gd name="adj" fmla="val 15789"/>
            </a:avLst>
          </a:prstGeom>
          <a:solidFill>
            <a:srgbClr val="1623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14224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4144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Recolección e intercambio de datos de confiabilidad y mantenimiento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52344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Preventivo y correctivo NO son módulos distintos: son clases del MISMO evento. Por eso una sola pantalla de órdenes, con su tipo.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34256" y="178308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0288" y="2020824"/>
            <a:ext cx="1572768" cy="347472"/>
          </a:xfrm>
          <a:prstGeom prst="roundRect">
            <a:avLst>
              <a:gd name="adj" fmla="val 15789"/>
            </a:avLst>
          </a:prstGeom>
          <a:solidFill>
            <a:srgbClr val="1623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0288" y="20574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55000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244144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activos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2752344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activo se gestiona por su valor y su riesgo a lo largo de toda su vida, no por su precio de compra.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01584" y="178308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7616" y="2020824"/>
            <a:ext cx="1572768" cy="347472"/>
          </a:xfrm>
          <a:prstGeom prst="roundRect">
            <a:avLst>
              <a:gd name="adj" fmla="val 15789"/>
            </a:avLst>
          </a:prstGeom>
          <a:solidFill>
            <a:srgbClr val="1623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57616" y="20574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15341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357616" y="244144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mantenimiento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357616" y="2752344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los KPI que se miden: cumplimiento del plan, proporción preventivo/correctivo, tiempos de atención.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388620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123944"/>
            <a:ext cx="1572768" cy="347472"/>
          </a:xfrm>
          <a:prstGeom prst="roundRect">
            <a:avLst>
              <a:gd name="adj" fmla="val 15789"/>
            </a:avLst>
          </a:prstGeom>
          <a:solidFill>
            <a:srgbClr val="1623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1605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 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54456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servicios de TI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855464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prácticas aplicadas: CMDB (inventario de configuración), Change Enablement (nada cambia sin control) y SLM (plazos por prioridad).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34256" y="388620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0288" y="4123944"/>
            <a:ext cx="1572768" cy="347472"/>
          </a:xfrm>
          <a:prstGeom prst="roundRect">
            <a:avLst>
              <a:gd name="adj" fmla="val 15789"/>
            </a:avLst>
          </a:prstGeom>
          <a:solidFill>
            <a:srgbClr val="16233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90288" y="41605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27001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90288" y="454456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de la información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90288" y="4855464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 por rol, credenciales cifradas, registro de auditoría de todo intento — incluidos los denegados.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01584" y="388620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57616" y="4123944"/>
            <a:ext cx="1572768" cy="347472"/>
          </a:xfrm>
          <a:prstGeom prst="roundRect">
            <a:avLst>
              <a:gd name="adj" fmla="val 15789"/>
            </a:avLst>
          </a:prstGeom>
          <a:solidFill>
            <a:srgbClr val="16233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57616" y="41605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RCM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357616" y="454456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centrado en confiabilidad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357616" y="4855464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frecuencia de revisión sale de la consecuencia de la falla, no de una costumbre.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336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SGIT-CCTV  ·  Aceros Arequipa — Planta Pisco  ·  Laminación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11155680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está interconectado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la energía, luego la red, luego lo que depende de ella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18488" y="237744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926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00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· circuito 15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557016" y="214884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9704" y="2377440"/>
            <a:ext cx="457200" cy="457200"/>
          </a:xfrm>
          <a:prstGeom prst="ellipse">
            <a:avLst/>
          </a:prstGeom>
          <a:solidFill>
            <a:srgbClr val="1623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57016" y="2926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CAPA 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57016" y="3200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Fortinet · anillo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934456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428232" y="214884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60920" y="2377440"/>
            <a:ext cx="457200" cy="457200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28232" y="2926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CAPA 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28232" y="3200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TP-Link · PoE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805672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299448" y="214884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232136" y="2377440"/>
            <a:ext cx="457200" cy="457200"/>
          </a:xfrm>
          <a:prstGeom prst="ellipse">
            <a:avLst/>
          </a:prstGeom>
          <a:solidFill>
            <a:srgbClr val="C0121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99448" y="2926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299448" y="3200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 se reporta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" y="4160520"/>
            <a:ext cx="10789920" cy="1417320"/>
          </a:xfrm>
          <a:prstGeom prst="roundRect">
            <a:avLst>
              <a:gd name="adj" fmla="val 6452"/>
            </a:avLst>
          </a:prstGeom>
          <a:solidFill>
            <a:srgbClr val="16233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«Si el switch pierde el 220, ¿cómo lo restauramos?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3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siquiera sabemos dónde está el tablero.»</a:t>
            </a:r>
            <a:endParaRPr lang="en-US" sz="1900" dirty="0"/>
          </a:p>
          <a:p>
            <a:pPr indent="0" marL="0">
              <a:buNone/>
            </a:pPr>
            <a:r>
              <a:rPr lang="en-US" sz="12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el tablero eléctrico tiene su propio QR: se escanea con la mano en la llave y dice qué se apaga al bajarla.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336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SGIT-CCTV  ·  Aceros Arequipa — Planta Pisco  ·  Laminación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11155680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Rotulado normalizado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ANSI/TIA-606-C (2017) — Administración de infraestructura de telecomunicaciones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1623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83664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- TIPO - TREN - ZONA - NNN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860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real:  AA-CAM-T2-LECHO-014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204825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D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técnico lee el rótulo y ya sabe tren y zona, sin sacar el teléfono.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9260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de color de la chaqueta del cable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58368" y="336499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E8620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33467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Naranja  —  </a:t>
            </a:r>
            <a:pPr indent="0" marL="0">
              <a:buNone/>
            </a:pPr>
            <a:r>
              <a:rPr lang="en-US" sz="11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Troncal / uplink entre gabinetes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334670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TIA-606-C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8368" y="382219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F6FE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38039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  —  </a:t>
            </a:r>
            <a:pPr indent="0" marL="0">
              <a:buNone/>
            </a:pPr>
            <a:r>
              <a:rPr lang="en-US" sz="11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Cableado horizontal de estación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380390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TIA-606-C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58368" y="427939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6A3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97280" y="42611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 —  </a:t>
            </a:r>
            <a:pPr indent="0" marL="0">
              <a:buNone/>
            </a:pPr>
            <a:r>
              <a:rPr lang="en-US" sz="11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Cámaras y videovigilancia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166360" y="426110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TIA-606-C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58368" y="473659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E8B10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97280" y="47183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Amarillo  —  </a:t>
            </a:r>
            <a:pPr indent="0" marL="0">
              <a:buNone/>
            </a:pPr>
            <a:r>
              <a:rPr lang="en-US" sz="11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PoE — ese puerto lleva tensión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166360" y="471830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interno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58368" y="519379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C0121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97280" y="51755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  —  </a:t>
            </a:r>
            <a:pPr indent="0" marL="0">
              <a:buNone/>
            </a:pPr>
            <a:r>
              <a:rPr lang="en-US" sz="11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proceso: PLC, HMI. No se toca sin Producción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166360" y="517550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interno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58368" y="565099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2B334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97280" y="56327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Negro  —  </a:t>
            </a:r>
            <a:pPr indent="0" marL="0">
              <a:buNone/>
            </a:pPr>
            <a:r>
              <a:rPr lang="en-US" sz="11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Servidores, NVR y equipo de rack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166360" y="563270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interno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766560" y="2926080"/>
            <a:ext cx="4864608" cy="2880360"/>
          </a:xfrm>
          <a:prstGeom prst="roundRect">
            <a:avLst>
              <a:gd name="adj" fmla="val 3175"/>
            </a:avLst>
          </a:prstGeom>
          <a:solidFill>
            <a:srgbClr val="F7F8FB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059168" y="315468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exige la norma, y lo que no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059168" y="3584448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color es RECOMENDADO, no obligatorio.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obligatorio es que exista un estándar interno, documentado y aplicado en TODA la instalación.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i="1" dirty="0">
                <a:solidFill>
                  <a:srgbClr val="C0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color a medias es peor que ninguno: enseña a desconfiar del rótulo.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336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SGIT-CCTV  ·  Aceros Arequipa — Planta Pisco  ·  Laminación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11155680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cuánto se toca cada equipo, y por qué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CTR — criticidad = frecuencia de falla × consecuencia en producción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44168" y="2011680"/>
            <a:ext cx="731520" cy="731520"/>
          </a:xfrm>
          <a:prstGeom prst="ellipse">
            <a:avLst/>
          </a:prstGeom>
          <a:solidFill>
            <a:srgbClr val="C0121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44168" y="215798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8803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más exigente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1638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30 días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54096" y="178308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31336" y="2011680"/>
            <a:ext cx="731520" cy="7315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831336" y="215798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054096" y="28803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Exigencia media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054096" y="31638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60 días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41264" y="178308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18504" y="2011680"/>
            <a:ext cx="731520" cy="731520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18504" y="215798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5541264" y="28803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esperar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541264" y="31638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90 días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0" y="1783080"/>
            <a:ext cx="3493008" cy="1828800"/>
          </a:xfrm>
          <a:prstGeom prst="roundRect">
            <a:avLst>
              <a:gd name="adj" fmla="val 5000"/>
            </a:avLst>
          </a:prstGeom>
          <a:solidFill>
            <a:srgbClr val="16233B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412480" y="20116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letra no se elige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2395728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deriva de lo que Producción declara que se pierde si esa zona queda ciega. Quien conoce el proceso decide la prioridad; el sistema solo la aplica.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instalación también tiene norma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6928" y="4407408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7F8FB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14400" y="461772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ANSI/TIA-568  ·  el límite del canal es 90 m de cable horizontal.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Pasado ese metraje el enlace no falla: falla A VECES — y ése es el que nadie diagnostica. El sistema registra el metraje de cada tramo, distingue MEDIDO de ESTIMADO, y avisa del que se pasa. Hoy hay un tramo de 112 m en Tren 1.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336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SGIT-CCTV  ·  Aceros Arequipa — Planta Pisco  ·  Laminación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11155680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real: Tren 1, hoy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vivos del sistema — no es una maqueta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205740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66928" y="190195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0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67919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 sin imagen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825496" y="1783080"/>
            <a:ext cx="205740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825496" y="190195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0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2825496" y="267919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incidencia crítica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84064" y="1783080"/>
            <a:ext cx="205740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084064" y="190195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5084064" y="267919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órdenes vencidas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42632" y="1783080"/>
            <a:ext cx="205740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342632" y="190195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7342632" y="267919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 libres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601200" y="1783080"/>
            <a:ext cx="205740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601200" y="190195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6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0" y="267919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repuestos bajo mínimo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56616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F7F8FB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376732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sistema responde, y una hoja de cálculo no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224528"/>
            <a:ext cx="10332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 el grabador AA-NVR-T1-R01-001  →  1 cámara deja de grabar.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son cinco averías: es una causa. El sistema separa el equipo que falla de los que quedan sin servicio por él.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cámara AA-CAM-T1-FX-001 exige tren parado y no hay ventana anunciada: hay que pedirla.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336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SGIT-CCTV  ·  Aceros Arequipa — Planta Pisco  ·  Laminación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0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486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Escanee esta etiqueta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6187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misma que va pegada en la cámara, en planta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818120" y="1234440"/>
            <a:ext cx="3840480" cy="42519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1691640"/>
            <a:ext cx="2560320" cy="2560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001000" y="44074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AA-CAM-T1-FX-001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47365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 1 (Laminación)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50292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 · zona crítica · exige tren parado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1792" y="1874520"/>
            <a:ext cx="420624" cy="420624"/>
          </a:xfrm>
          <a:prstGeom prst="ellipse">
            <a:avLst/>
          </a:prstGeom>
          <a:solidFill>
            <a:srgbClr val="C0121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21792" y="1920240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207008" y="1837944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técnico llega al equipo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necesita saber su código ni buscarlo en una lista.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21792" y="2907792"/>
            <a:ext cx="420624" cy="420624"/>
          </a:xfrm>
          <a:prstGeom prst="ellipse">
            <a:avLst/>
          </a:prstGeom>
          <a:solidFill>
            <a:srgbClr val="C0121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1792" y="2953512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207008" y="2871216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con su teléfono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abre la ficha del activo, sin instalar nada.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21792" y="3941064"/>
            <a:ext cx="420624" cy="420624"/>
          </a:xfrm>
          <a:prstGeom prst="ellipse">
            <a:avLst/>
          </a:prstGeom>
          <a:solidFill>
            <a:srgbClr val="C0121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21792" y="3986784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207008" y="3904488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lo que necesita ahí mismo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es, cómo se llega, si exige manlift, si ya hay una orden abierta y su historial.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621792" y="4974336"/>
            <a:ext cx="420624" cy="420624"/>
          </a:xfrm>
          <a:prstGeom prst="ellipse">
            <a:avLst/>
          </a:prstGeom>
          <a:solidFill>
            <a:srgbClr val="C0121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21792" y="5020056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207008" y="493776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credenciales a la vista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etiqueta está en una puerta: la ficha nunca muestra contraseñas.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 al sistema ahora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de demostración para esta exposición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6766560" cy="3291840"/>
          </a:xfrm>
          <a:prstGeom prst="roundRect">
            <a:avLst>
              <a:gd name="adj" fmla="val 2778"/>
            </a:avLst>
          </a:prstGeom>
          <a:solidFill>
            <a:srgbClr val="F7F8FB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9572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4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aceros-arequipa-sgitcctv.up.railway.app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01752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14400" y="3310128"/>
            <a:ext cx="60350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340156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admin@acerosarequipa.local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00507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14400" y="4297680"/>
            <a:ext cx="60350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43891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Admin.Pisco2026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635240" y="1828800"/>
            <a:ext cx="3977640" cy="3291840"/>
          </a:xfrm>
          <a:prstGeom prst="roundRect">
            <a:avLst>
              <a:gd name="adj" fmla="val 2778"/>
            </a:avLst>
          </a:prstGeom>
          <a:solidFill>
            <a:srgbClr val="16233B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955280" y="20848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verán con esa cuenta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7973568" y="256032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D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estado de la planta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D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ficha de cada activo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D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cae si algo falla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D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indicadores de gestión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D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registro de auditoría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operación real cada persona entra con su propio usuario y su propio rol: el sistema registra quién hizo qué, cuándo y desde dónde.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336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SGIT-CCTV  ·  Aceros Arequipa — Planta Pisco  ·  Laminación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0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Nadie se salta un paso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es fehaciente porque el sistema no permite que deje de serlo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49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167128"/>
            <a:ext cx="365760" cy="365760"/>
          </a:xfrm>
          <a:prstGeom prst="ellipse">
            <a:avLst/>
          </a:prstGeom>
          <a:solidFill>
            <a:srgbClr val="1623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9536" y="22128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08176" y="2002536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quien ve lo suyo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por rol y ámbito por tren.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36208" y="1783080"/>
            <a:ext cx="5349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28816" y="2167128"/>
            <a:ext cx="365760" cy="365760"/>
          </a:xfrm>
          <a:prstGeom prst="ellipse">
            <a:avLst/>
          </a:prstGeom>
          <a:solidFill>
            <a:srgbClr val="1623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28816" y="22128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077456" y="2002536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autoridad se relee de la base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hereda del navegador, en ninguna operación.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200400"/>
            <a:ext cx="5349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59536" y="3584448"/>
            <a:ext cx="365760" cy="365760"/>
          </a:xfrm>
          <a:prstGeom prst="ellipse">
            <a:avLst/>
          </a:prstGeom>
          <a:solidFill>
            <a:srgbClr val="1623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9536" y="3630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08176" y="3419856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intento denegado queda registrado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audita el intento, no solo lo que salió bien.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36208" y="3200400"/>
            <a:ext cx="5349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28816" y="3584448"/>
            <a:ext cx="365760" cy="365760"/>
          </a:xfrm>
          <a:prstGeom prst="ellipse">
            <a:avLst/>
          </a:prstGeom>
          <a:solidFill>
            <a:srgbClr val="16233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28816" y="3630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077456" y="3419856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orden no se cierra sola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cierre exige la firma de quien puede aprobarlo.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4617720"/>
            <a:ext cx="5349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59536" y="5001768"/>
            <a:ext cx="365760" cy="365760"/>
          </a:xfrm>
          <a:prstGeom prst="ellipse">
            <a:avLst/>
          </a:prstGeom>
          <a:solidFill>
            <a:srgbClr val="16233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59536" y="50474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408176" y="4837176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se borra sin firma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Retiro y purga son de supervisor, y quedan auditados.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36208" y="4617720"/>
            <a:ext cx="5349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28816" y="5001768"/>
            <a:ext cx="365760" cy="365760"/>
          </a:xfrm>
          <a:prstGeom prst="ellipse">
            <a:avLst/>
          </a:prstGeom>
          <a:solidFill>
            <a:srgbClr val="16233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28816" y="50474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077456" y="4837176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se sabe, no se inventa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«Sin declarar» no es «cero» ni «vacío».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336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SGIT-CCTV  ·  Aceros Arequipa — Planta Pisco  ·  Laminación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11155680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 dice lo que NO sabe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Cualquiera puede enseñar un tablero en verde. Esto es lo que lo hace fiable para decidir una compra.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1F3157"/>
          </a:solidFill>
          <a:ln w="25400">
            <a:solidFill>
              <a:srgbClr val="C012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86968" y="22860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«No queda ni un puerto libre»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30632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336499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 un switch antes de instalar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36208" y="196596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1F3157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56248" y="22860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«24 puertos sin registrar»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56248" y="30632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56248" y="336499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al gabinete y mirar. No cuesta nada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66928" y="45720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C012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8006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recorte que no se dice es una mentira. Si falta un dato, el sistema nombra el dato, dice a quién le toca levantarlo, y no rellena el hueco con un cero.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qué se mide la gestión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15341 — indicadores de mantenimiento, exportables a Excel en un clic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49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6712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E549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21284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08176" y="1984248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del plan preventivo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Órdenes ejecutadas sobre programadas. Si baja, el plan es papel.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36208" y="1783080"/>
            <a:ext cx="5349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10528" y="216712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E54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10528" y="221284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077456" y="1984248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Proporción preventivo / correctivo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75 % preventivo. Cuanto más alto, menos apaga-incendios.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154680"/>
            <a:ext cx="5349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" y="353872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E549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" y="358444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08176" y="3355848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dentro de plazo (SLA)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prioridad: crítica 8 h, alta 24 h, media 72 h, baja 168 h.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36208" y="3154680"/>
            <a:ext cx="5349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10528" y="353872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E549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10528" y="358444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077456" y="3355848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Órdenes vencidas y su antigüedad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solo cuántas: desde cuándo, que es lo que duele.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526280"/>
            <a:ext cx="5349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491032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E549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1248" y="495604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408176" y="4727448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de cámaras por tren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Cuántas están dando imagen sobre el total instalado.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36208" y="4526280"/>
            <a:ext cx="5349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10528" y="491032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E549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10528" y="495604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077456" y="4727448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la información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porcentaje de fichas está completo, y qué falta en las demás.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muestra suficiente el sistema dice «sin datos», nunca cero. Un indicador inventado es peor que no tenerlo.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336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SGIT-CCTV  ·  Aceros Arequipa — Planta Pisco  ·  Laminación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11155680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cambia para la planta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responder con memoria a responder con evidencia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103120"/>
            <a:ext cx="402336" cy="402336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9536" y="214884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concreto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90779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hay, dónde está y de qué depende.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34256" y="18288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26864" y="2103120"/>
            <a:ext cx="402336" cy="402336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26864" y="214884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26864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tiempo buscando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626864" y="290779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tiempo arreglando. El técnico llega sabiendo.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1584" y="18288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4192" y="2103120"/>
            <a:ext cx="402336" cy="402336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94192" y="214884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94192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sustentadas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394192" y="290779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está obsoleto y qué no tiene recambio, con datos.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84048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59536" y="4114800"/>
            <a:ext cx="402336" cy="402336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59536" y="416052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59536" y="4617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Instalaciones viables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859536" y="491947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sabe antes de comprometer si hay puerto, PoE y corriente.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34256" y="384048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26864" y="4114800"/>
            <a:ext cx="402336" cy="402336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416052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4617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 hacia IA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491947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qué modelos hay es el paso previo a proponer analítica.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01584" y="384048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94192" y="4114800"/>
            <a:ext cx="402336" cy="402336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94192" y="416052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394192" y="4617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Escalable a otras áreas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394192" y="491947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estructura sirve para hornos y el resto de planta.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336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SGIT-CCTV  ·  Aceros Arequipa — Planta Pisco  ·  Laminación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11155680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proponemos a continuación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esto está desarrollado: requiere decisión de la empresa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365760" cy="365760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17320" y="1929384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automático (Zabbix)  </a:t>
            </a:r>
            <a:pPr indent="0" marL="0">
              <a:buNone/>
            </a:pPr>
            <a:r>
              <a:rPr lang="en-US" sz="12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incidencia se crea sola cuando un equipo cae; el informe llega al técnico.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9326880" y="20848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aprobación de TI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862072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7F8FB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3136392"/>
            <a:ext cx="365760" cy="3657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17320" y="3008376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Derivaciones internas  </a:t>
            </a:r>
            <a:pPr indent="0" marL="0">
              <a:buNone/>
            </a:pPr>
            <a:r>
              <a:rPr lang="en-US" sz="12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un informe a un jefe de línea con estado: pendiente, atendido, devuelto. No es un chat: una derivación pendiente se reclama.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9326880" y="3163824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dependencia externa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3941064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4215384"/>
            <a:ext cx="365760" cy="365760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417320" y="408736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SAP  </a:t>
            </a:r>
            <a:pPr indent="0" marL="0">
              <a:buNone/>
            </a:pPr>
            <a:r>
              <a:rPr lang="en-US" sz="12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el círculo con el ERP corporativo y la hoja de ruta que ya exportamos en su formato.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9326880" y="424281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corporativa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5020056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3B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5294376"/>
            <a:ext cx="365760" cy="365760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417320" y="51663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Extensión a otras áreas  </a:t>
            </a:r>
            <a:pPr indent="0" marL="0">
              <a:buNone/>
            </a:pPr>
            <a:r>
              <a:rPr lang="en-US" sz="12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estructura aplicada a hornos y al resto de la planta.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9326880" y="532180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alcance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presentan como propuesta, no como promesa. El sistema ya funciona sin ninguna de ellas.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336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SGIT-CCTV  ·  Aceros Arequipa — Planta Pisco  ·  Laminación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0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4937760" cy="4937760"/>
          </a:xfrm>
          <a:prstGeom prst="ellipse">
            <a:avLst/>
          </a:prstGeom>
          <a:solidFill>
            <a:srgbClr val="1F3157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1280160"/>
            <a:ext cx="3840480" cy="3840480"/>
          </a:xfrm>
          <a:prstGeom prst="ellipse">
            <a:avLst/>
          </a:prstGeom>
          <a:solidFill>
            <a:srgbClr val="1F315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71600" y="16916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«¿Quién nos proporciona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2487168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esa información?»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2834640" y="3703320"/>
            <a:ext cx="6492240" cy="1234440"/>
          </a:xfrm>
          <a:prstGeom prst="roundRect">
            <a:avLst>
              <a:gd name="adj" fmla="val 7407"/>
            </a:avLst>
          </a:prstGeom>
          <a:solidFill>
            <a:srgbClr val="C0121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834640" y="393192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Hoy, nadie. Con esto, el sistema.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440740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3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queda escrito, con nombre y fecha.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5669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E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Cristhian Rondón  ·  Mantenimiento CCTV y redes industriales  ·  Planta Pisco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Aceros Arequipa - Planta Pisco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SGIT-CCTV</dc:title>
  <dc:subject>PptxGenJS Presentation</dc:subject>
  <dc:creator>Cristhian Rondon</dc:creator>
  <cp:lastModifiedBy>Cristhian Rondon</cp:lastModifiedBy>
  <cp:revision>1</cp:revision>
  <dcterms:created xsi:type="dcterms:W3CDTF">2026-09-21T11:50:30Z</dcterms:created>
  <dcterms:modified xsi:type="dcterms:W3CDTF">2026-09-21T11:50:30Z</dcterms:modified>
</cp:coreProperties>
</file>